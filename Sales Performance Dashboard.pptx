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39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5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73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97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81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5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9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49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11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3351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96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1419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47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48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4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5F175-3B8A-43B4-8DEB-BE2EBCF4E6E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78AA381-1378-41D5-AA94-789CE704C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02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F8FF-27A8-F1DD-C3E4-EF35B3980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8620159" cy="1646302"/>
          </a:xfrm>
        </p:spPr>
        <p:txBody>
          <a:bodyPr/>
          <a:lstStyle/>
          <a:p>
            <a:pPr algn="ctr"/>
            <a:r>
              <a:rPr lang="en-US" dirty="0"/>
              <a:t>Sales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F0D9F-1830-F712-B81D-61AD4CF28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424516"/>
            <a:ext cx="7302636" cy="1356852"/>
          </a:xfrm>
        </p:spPr>
        <p:txBody>
          <a:bodyPr>
            <a:normAutofit/>
          </a:bodyPr>
          <a:lstStyle/>
          <a:p>
            <a:r>
              <a:rPr lang="en-US" dirty="0"/>
              <a:t>Task 4 – Dashboard Design</a:t>
            </a:r>
            <a:br>
              <a:rPr lang="en-US" dirty="0"/>
            </a:br>
            <a:r>
              <a:rPr lang="en-US" dirty="0"/>
              <a:t>Jibi Mol K A</a:t>
            </a:r>
            <a:br>
              <a:rPr lang="en-US" dirty="0"/>
            </a:br>
            <a:r>
              <a:rPr lang="en-US" dirty="0"/>
              <a:t>Data Analyst Internship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934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4A108-7FDE-159D-8F43-93DE004A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17324-FCD4-B2AB-8707-5FDDC6DDC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09135"/>
            <a:ext cx="8596668" cy="4232227"/>
          </a:xfrm>
        </p:spPr>
        <p:txBody>
          <a:bodyPr/>
          <a:lstStyle/>
          <a:p>
            <a:r>
              <a:rPr lang="en-US" dirty="0"/>
              <a:t>This dashboard was designed to provide business stakeholders with a clear and interactive overview of sales performance.</a:t>
            </a:r>
          </a:p>
          <a:p>
            <a:pPr marL="0" indent="0">
              <a:buNone/>
            </a:pPr>
            <a:r>
              <a:rPr lang="en-US" dirty="0"/>
              <a:t>The objective is to:</a:t>
            </a:r>
          </a:p>
          <a:p>
            <a:r>
              <a:rPr lang="en-US" dirty="0"/>
              <a:t>Monitor total sales, profit, and quantity</a:t>
            </a:r>
          </a:p>
          <a:p>
            <a:r>
              <a:rPr lang="en-US" dirty="0"/>
              <a:t>Analyze category and regional performance</a:t>
            </a:r>
          </a:p>
          <a:p>
            <a:r>
              <a:rPr lang="en-US" dirty="0"/>
              <a:t>Track sales trends over time</a:t>
            </a:r>
          </a:p>
          <a:p>
            <a:r>
              <a:rPr lang="en-US" dirty="0"/>
              <a:t>Identify top-performing customers</a:t>
            </a:r>
          </a:p>
          <a:p>
            <a:r>
              <a:rPr lang="en-US" dirty="0"/>
              <a:t>Enable interactive filtering for better decision-making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306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D086A-EC1B-AB0F-3FE1-F2F63C15F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86749-F08B-6C44-7ECB-545A84B4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dashboard highlights the following KPIs:</a:t>
            </a:r>
          </a:p>
          <a:p>
            <a:r>
              <a:rPr lang="en-US" b="1" dirty="0"/>
              <a:t>Total Sales:</a:t>
            </a:r>
            <a:r>
              <a:rPr lang="en-US" dirty="0"/>
              <a:t> 2.30M</a:t>
            </a:r>
          </a:p>
          <a:p>
            <a:r>
              <a:rPr lang="en-US" b="1" dirty="0"/>
              <a:t>Total Profit:</a:t>
            </a:r>
            <a:r>
              <a:rPr lang="en-US" dirty="0"/>
              <a:t> 286.40K</a:t>
            </a:r>
          </a:p>
          <a:p>
            <a:r>
              <a:rPr lang="en-US" b="1" dirty="0"/>
              <a:t>Total Quantity Sold:</a:t>
            </a:r>
            <a:r>
              <a:rPr lang="en-US" dirty="0"/>
              <a:t> 38K</a:t>
            </a:r>
          </a:p>
          <a:p>
            <a:r>
              <a:rPr lang="en-US" dirty="0"/>
              <a:t>These KPIs provide a quick snapshot of overall business performance.</a:t>
            </a:r>
          </a:p>
          <a:p>
            <a:r>
              <a:rPr lang="en-US" dirty="0"/>
              <a:t>The sales and profit indicators help stakeholders evaluate revenue generation and operational efficiency.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785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13BDC-3C96-AA9F-D0B5-A2B8CCF4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Category &amp; Regional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4A390-6A87-EDCF-B649-94D17159C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9303"/>
            <a:ext cx="8596668" cy="424205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Profit by Category:</a:t>
            </a:r>
            <a:endParaRPr lang="en-US" dirty="0"/>
          </a:p>
          <a:p>
            <a:r>
              <a:rPr lang="en-US" dirty="0"/>
              <a:t>Technology generates the highest profit.</a:t>
            </a:r>
          </a:p>
          <a:p>
            <a:r>
              <a:rPr lang="en-US" dirty="0"/>
              <a:t>Office Supplies shows strong performance.</a:t>
            </a:r>
          </a:p>
          <a:p>
            <a:r>
              <a:rPr lang="en-US" dirty="0"/>
              <a:t>Furniture has comparatively lower profitability.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Profit by Region:</a:t>
            </a:r>
            <a:endParaRPr lang="en-US" dirty="0"/>
          </a:p>
          <a:p>
            <a:r>
              <a:rPr lang="en-US" dirty="0"/>
              <a:t>West region leads in profitability.</a:t>
            </a:r>
          </a:p>
          <a:p>
            <a:r>
              <a:rPr lang="en-US" dirty="0"/>
              <a:t>East region performs well but below West.</a:t>
            </a:r>
          </a:p>
          <a:p>
            <a:r>
              <a:rPr lang="en-US" dirty="0"/>
              <a:t>South and Central regions show lower profit levels.</a:t>
            </a:r>
          </a:p>
          <a:p>
            <a:r>
              <a:rPr lang="en-US" dirty="0"/>
              <a:t>This analysis helps identify high-performing segments and areas requiring improvement.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975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CC9AB-A6EC-F38C-85A6-846919F9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F5E7-06AA-C0D8-73AE-7F77C08A6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Sales Trend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97E8B-3F32-29EE-F720-A9E3927E3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9303"/>
            <a:ext cx="8596668" cy="4242059"/>
          </a:xfrm>
        </p:spPr>
        <p:txBody>
          <a:bodyPr>
            <a:normAutofit/>
          </a:bodyPr>
          <a:lstStyle/>
          <a:p>
            <a:r>
              <a:rPr lang="en-US" dirty="0"/>
              <a:t>Sales show steady growth from 2015 to 2017.</a:t>
            </a:r>
          </a:p>
          <a:p>
            <a:r>
              <a:rPr lang="en-US" dirty="0"/>
              <a:t>A noticeable upward trend is observed in 2016 and 2017.</a:t>
            </a:r>
          </a:p>
          <a:p>
            <a:r>
              <a:rPr lang="en-US" dirty="0"/>
              <a:t>The positive growth indicates increasing market demand and improved performance.</a:t>
            </a:r>
          </a:p>
          <a:p>
            <a:r>
              <a:rPr lang="en-US" dirty="0"/>
              <a:t>Time-series analysis helps stakeholders monitor business growth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794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07734-EEAE-FD32-4DB2-E457D9C8C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1E04-01DD-D3BF-780F-5063D4B10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 Customers Insight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E25F7-4EF0-0DB6-FC55-6CBE28551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9303"/>
            <a:ext cx="8596668" cy="4242059"/>
          </a:xfrm>
        </p:spPr>
        <p:txBody>
          <a:bodyPr>
            <a:normAutofit/>
          </a:bodyPr>
          <a:lstStyle/>
          <a:p>
            <a:r>
              <a:rPr lang="en-US" dirty="0"/>
              <a:t>The dashboard highlights the top 5 customers based on sales and profit contribution.</a:t>
            </a:r>
          </a:p>
          <a:p>
            <a:r>
              <a:rPr lang="en-US" dirty="0"/>
              <a:t>These customers significantly contribute to overall revenue.</a:t>
            </a:r>
          </a:p>
          <a:p>
            <a:r>
              <a:rPr lang="en-US" dirty="0"/>
              <a:t>Monitoring top customers supports targeted marketing and retention strategies.</a:t>
            </a:r>
          </a:p>
          <a:p>
            <a:r>
              <a:rPr lang="en-US" dirty="0"/>
              <a:t>Customer-level insights help improve profitability management.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52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FD4C3-BE89-005A-9CF1-D14A0F2AE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C75F-39BF-D618-44B1-C5039BEA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Interactivity &amp; Features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13809-E3E2-06E0-7C68-2543339EE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9303"/>
            <a:ext cx="8596668" cy="4242059"/>
          </a:xfrm>
        </p:spPr>
        <p:txBody>
          <a:bodyPr>
            <a:normAutofit/>
          </a:bodyPr>
          <a:lstStyle/>
          <a:p>
            <a:r>
              <a:rPr lang="en-US" dirty="0"/>
              <a:t>The dashboard includes:</a:t>
            </a:r>
          </a:p>
          <a:p>
            <a:r>
              <a:rPr lang="en-US" dirty="0"/>
              <a:t>Interactive slicers for Year, Category, and Region</a:t>
            </a:r>
          </a:p>
          <a:p>
            <a:r>
              <a:rPr lang="en-US" dirty="0"/>
              <a:t>Dynamic KPI updates based on filters</a:t>
            </a:r>
          </a:p>
          <a:p>
            <a:r>
              <a:rPr lang="en-US" dirty="0"/>
              <a:t>Clean and consistent color theme</a:t>
            </a:r>
          </a:p>
          <a:p>
            <a:r>
              <a:rPr lang="en-US" dirty="0"/>
              <a:t>Clear visual hierarchy for executive decision-making</a:t>
            </a:r>
          </a:p>
          <a:p>
            <a:r>
              <a:rPr lang="en-US" dirty="0"/>
              <a:t>These features enable stakeholders to explore data dynamically and make informed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542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62794-AB8B-5A3D-6D56-85A0608A8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9505-FA4D-5A6A-D9F5-B261ABEA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EDB66-1F58-532F-9E23-CA4F7E825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9303"/>
            <a:ext cx="8596668" cy="4242059"/>
          </a:xfrm>
        </p:spPr>
        <p:txBody>
          <a:bodyPr>
            <a:normAutofit/>
          </a:bodyPr>
          <a:lstStyle/>
          <a:p>
            <a:r>
              <a:rPr lang="en-US" dirty="0"/>
              <a:t>The Sales Performance Dashboard provides:</a:t>
            </a:r>
          </a:p>
          <a:p>
            <a:r>
              <a:rPr lang="en-US" dirty="0"/>
              <a:t>A comprehensive overview of business performance</a:t>
            </a:r>
          </a:p>
          <a:p>
            <a:r>
              <a:rPr lang="en-US" dirty="0"/>
              <a:t>Clear insights into profitability drivers</a:t>
            </a:r>
          </a:p>
          <a:p>
            <a:r>
              <a:rPr lang="en-US" dirty="0"/>
              <a:t>Interactive filtering for deeper analysis</a:t>
            </a:r>
          </a:p>
          <a:p>
            <a:r>
              <a:rPr lang="en-US" dirty="0"/>
              <a:t>Data-driven support for strategic decision-making</a:t>
            </a:r>
          </a:p>
          <a:p>
            <a:r>
              <a:rPr lang="en-US" dirty="0"/>
              <a:t>This dashboard effectively supports business stakeholders in monitoring and improving performance.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174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B5DD-3482-BB74-A6D8-3D8AFD594D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9943A-D514-0ED3-950E-F15C8A9825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8897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361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Sales Performance Dashboard</vt:lpstr>
      <vt:lpstr>Dashboard Objective</vt:lpstr>
      <vt:lpstr>Key Performance Indicators (KPIs)</vt:lpstr>
      <vt:lpstr>Category &amp; Regional Performance</vt:lpstr>
      <vt:lpstr>Sales Trend Analysis </vt:lpstr>
      <vt:lpstr>Top Customers Insight </vt:lpstr>
      <vt:lpstr>Interactivity &amp; Features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jibi k a</dc:creator>
  <cp:lastModifiedBy>jibi k a</cp:lastModifiedBy>
  <cp:revision>1</cp:revision>
  <dcterms:created xsi:type="dcterms:W3CDTF">2026-02-17T16:11:12Z</dcterms:created>
  <dcterms:modified xsi:type="dcterms:W3CDTF">2026-02-17T16:21:55Z</dcterms:modified>
</cp:coreProperties>
</file>